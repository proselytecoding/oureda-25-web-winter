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73" r:id="rId3"/>
    <p:sldId id="270" r:id="rId5"/>
    <p:sldId id="274" r:id="rId6"/>
  </p:sldIdLst>
  <p:sldSz cx="12192000" cy="6858000"/>
  <p:notesSz cx="6858000" cy="9144000"/>
  <p:custDataLst>
    <p:tags r:id="rId12"/>
  </p:custDataLst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F8F8F8"/>
    <a:srgbClr val="D24726"/>
    <a:srgbClr val="D2B4A6"/>
    <a:srgbClr val="734F29"/>
    <a:srgbClr val="DD462F"/>
    <a:srgbClr val="AEB785"/>
    <a:srgbClr val="EFD5A2"/>
    <a:srgbClr val="3B3026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 autoAdjust="0"/>
    <p:restoredTop sz="94274" autoAdjust="0"/>
  </p:normalViewPr>
  <p:slideViewPr>
    <p:cSldViewPr>
      <p:cViewPr varScale="1">
        <p:scale>
          <a:sx n="124" d="100"/>
          <a:sy n="124" d="100"/>
        </p:scale>
        <p:origin x="30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78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4022C-5079-4642-AC6E-7894F9978BBA}" type="datetime2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E3BD5-D202-4020-A93E-A1AA1A84DE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0747F27-0AFF-49DE-ABD2-AA502995B8AE}" type="datetime2">
              <a:rPr lang="zh-CN" altLang="en-US" smtClean="0"/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US" dirty="0"/>
              <a:t>单击此处编辑母版文本样式</a:t>
            </a:r>
            <a:endParaRPr lang="en-US" dirty="0"/>
          </a:p>
          <a:p>
            <a:pPr lvl="1" rtl="0"/>
            <a:r>
              <a:rPr lang="en-US" dirty="0"/>
              <a:t>第二级</a:t>
            </a:r>
            <a:endParaRPr lang="en-US" dirty="0"/>
          </a:p>
          <a:p>
            <a:pPr lvl="2" rtl="0"/>
            <a:r>
              <a:rPr lang="en-US" dirty="0"/>
              <a:t>第三级</a:t>
            </a:r>
            <a:endParaRPr lang="en-US" dirty="0"/>
          </a:p>
          <a:p>
            <a:pPr lvl="3" rtl="0"/>
            <a:r>
              <a:rPr lang="en-US" dirty="0"/>
              <a:t>第四级</a:t>
            </a:r>
            <a:endParaRPr lang="en-US" dirty="0"/>
          </a:p>
          <a:p>
            <a:pPr lvl="4" rtl="0"/>
            <a:r>
              <a:rPr 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F61EA0F-A667-4B49-8422-0062BC55E24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cs typeface="+mn-cs"/>
              </a:rPr>
              <a:t>在幻灯片放映模式下，选择箭头访问相应链接</a:t>
            </a:r>
            <a:r>
              <a:rPr lang="en-US" dirty="0"/>
              <a:t>。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 dirty="0">
              <a:latin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8963" y="10923"/>
            <a:ext cx="12192000" cy="691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433" y="10923"/>
            <a:ext cx="10749367" cy="730034"/>
          </a:xfrm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1" y="980728"/>
            <a:ext cx="4167753" cy="519623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4B3CDE5-BC73-4849-8D92-CB00948283D7}" type="datetime2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长方形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31E3292-D461-4042-A5EB-629C7A8279A7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811306" y="1164325"/>
            <a:ext cx="10613286" cy="2389365"/>
          </a:xfrm>
        </p:spPr>
        <p:txBody>
          <a:bodyPr rtlCol="0">
            <a:noAutofit/>
          </a:bodyPr>
          <a:lstStyle/>
          <a:p>
            <a:pPr rtl="0"/>
            <a:r>
              <a:rPr lang="en-US" altLang="zh-CN" sz="4600" dirty="0" err="1">
                <a:solidFill>
                  <a:schemeClr val="bg1"/>
                </a:solidFill>
                <a:cs typeface="Arial" panose="020B0604020202020204" pitchFamily="34" charset="0"/>
              </a:rPr>
              <a:t>OurEDA</a:t>
            </a:r>
            <a:r>
              <a:rPr lang="zh-CN" altLang="en-US" sz="46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CN" sz="4600">
                <a:solidFill>
                  <a:schemeClr val="bg1"/>
                </a:solidFill>
                <a:cs typeface="Arial" panose="020B0604020202020204" pitchFamily="34" charset="0"/>
              </a:rPr>
              <a:t>2025</a:t>
            </a:r>
            <a:r>
              <a:rPr lang="zh-CN" altLang="en-US" sz="4600">
                <a:solidFill>
                  <a:schemeClr val="bg1"/>
                </a:solidFill>
                <a:cs typeface="Arial" panose="020B0604020202020204" pitchFamily="34" charset="0"/>
              </a:rPr>
              <a:t>级大</a:t>
            </a:r>
            <a:r>
              <a:rPr lang="zh-CN" altLang="en-US" sz="4600">
                <a:solidFill>
                  <a:schemeClr val="bg1"/>
                </a:solidFill>
                <a:cs typeface="Arial" panose="020B0604020202020204" pitchFamily="34" charset="0"/>
              </a:rPr>
              <a:t>一上作业</a:t>
            </a:r>
            <a:r>
              <a:rPr lang="zh-CN" altLang="en-US" sz="4600" dirty="0">
                <a:solidFill>
                  <a:schemeClr val="bg1"/>
                </a:solidFill>
                <a:cs typeface="Arial" panose="020B0604020202020204" pitchFamily="34" charset="0"/>
              </a:rPr>
              <a:t>答辩</a:t>
            </a:r>
            <a:br>
              <a:rPr lang="en-US" altLang="zh-CN" sz="46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zh-CN" altLang="en-US" sz="4600" dirty="0">
                <a:solidFill>
                  <a:schemeClr val="bg1"/>
                </a:solidFill>
                <a:cs typeface="Arial" panose="020B0604020202020204" pitchFamily="34" charset="0"/>
              </a:rPr>
              <a:t>方向：</a:t>
            </a:r>
            <a:r>
              <a:rPr lang="en-US" altLang="zh-CN" sz="4600" dirty="0">
                <a:solidFill>
                  <a:schemeClr val="bg1"/>
                </a:solidFill>
                <a:cs typeface="Arial" panose="020B0604020202020204" pitchFamily="34" charset="0"/>
              </a:rPr>
              <a:t>WEB</a:t>
            </a:r>
            <a:endParaRPr lang="en-US" sz="4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827465" y="4437112"/>
            <a:ext cx="9582736" cy="1133856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答辩人</a:t>
            </a: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：姓名</a:t>
            </a:r>
            <a:r>
              <a:rPr lang="en-US" altLang="zh-CN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班级</a:t>
            </a:r>
            <a:r>
              <a:rPr lang="en-US" altLang="zh-CN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QQ</a:t>
            </a:r>
            <a:endParaRPr lang="en-US" altLang="zh-CN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indent="0" rtl="0">
              <a:buNone/>
            </a:pP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答辩时间：</a:t>
            </a:r>
            <a:r>
              <a:rPr 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2026.XX.XX</a:t>
            </a:r>
            <a:endParaRPr lang="en-US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zh-CN" altLang="en-US" sz="4800" dirty="0">
                <a:cs typeface="Arial" panose="020B0604020202020204" pitchFamily="34" charset="0"/>
              </a:rPr>
              <a:t>子标题</a:t>
            </a:r>
            <a:endParaRPr lang="zh-CN" altLang="en-US" sz="4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838200" y="2492896"/>
            <a:ext cx="10515600" cy="1325563"/>
          </a:xfrm>
        </p:spPr>
        <p:txBody>
          <a:bodyPr rtlCol="0"/>
          <a:lstStyle/>
          <a:p>
            <a:pPr algn="ctr" rtl="0"/>
            <a:r>
              <a:rPr lang="zh-CN" altLang="en-US" dirty="0">
                <a:solidFill>
                  <a:srgbClr val="FF0000"/>
                </a:solidFill>
              </a:rPr>
              <a:t>结束语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PP_MARK_KEY" val="1c29d4c5-cc17-4b6f-87aa-cc5e40ecfbd0"/>
  <p:tag name="COMMONDATA" val="eyJoZGlkIjoiYjdlZjIwZmNkNzI3MzEwMzZmOTQyZTUzYzc4MjYwZjAifQ=="/>
</p:tagLst>
</file>

<file path=ppt/theme/theme1.xml><?xml version="1.0" encoding="utf-8"?>
<a:theme xmlns:a="http://schemas.openxmlformats.org/drawingml/2006/main" name="欢迎文档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欢迎文档</Template>
  <TotalTime>0</TotalTime>
  <Words>59</Words>
  <Application>WPS 演示</Application>
  <PresentationFormat>宽屏</PresentationFormat>
  <Paragraphs>9</Paragraphs>
  <Slides>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Microsoft YaHei UI</vt:lpstr>
      <vt:lpstr>Wingdings</vt:lpstr>
      <vt:lpstr>微软雅黑</vt:lpstr>
      <vt:lpstr>Arial Unicode MS</vt:lpstr>
      <vt:lpstr>黑体</vt:lpstr>
      <vt:lpstr>欢迎文档</vt:lpstr>
      <vt:lpstr>OurEDA 2023级大二上作业答辩 方向：WEB</vt:lpstr>
      <vt:lpstr>题目要求</vt:lpstr>
      <vt:lpstr>谢谢OurEDA各位学长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鹏城实验室讨论稿汇报</dc:title>
  <dc:creator>Ming Zhu</dc:creator>
  <cp:lastModifiedBy>WPS_1693828336</cp:lastModifiedBy>
  <cp:revision>161</cp:revision>
  <dcterms:created xsi:type="dcterms:W3CDTF">2018-12-19T12:19:00Z</dcterms:created>
  <dcterms:modified xsi:type="dcterms:W3CDTF">2026-01-17T13:03:51Z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v-rimour@microsoft.com</vt:lpwstr>
  </property>
  <property fmtid="{D5CDD505-2E9C-101B-9397-08002B2CF9AE}" pid="5" name="MSIP_Label_f42aa342-8706-4288-bd11-ebb85995028c_SetDate">
    <vt:lpwstr>2018-02-19T06:21:30.1318915Z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  <property fmtid="{D5CDD505-2E9C-101B-9397-08002B2CF9AE}" pid="10" name="ICV">
    <vt:lpwstr>0BC0A10890164F49BA951004C777E52E_13</vt:lpwstr>
  </property>
  <property fmtid="{D5CDD505-2E9C-101B-9397-08002B2CF9AE}" pid="11" name="KSOProductBuildVer">
    <vt:lpwstr>2052-12.1.0.19302</vt:lpwstr>
  </property>
</Properties>
</file>